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53" autoAdjust="0"/>
    <p:restoredTop sz="94660"/>
  </p:normalViewPr>
  <p:slideViewPr>
    <p:cSldViewPr snapToGrid="0">
      <p:cViewPr varScale="1">
        <p:scale>
          <a:sx n="56" d="100"/>
          <a:sy n="56" d="100"/>
        </p:scale>
        <p:origin x="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4C9F0-C792-786C-D911-0D6170CE4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55EC50-C9A9-A255-1AD9-EAD425742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33C4D8-595A-A06C-A4A4-ADCFAE07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448607-303B-9170-24DE-0E3540E7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0DDB3F-7F41-505E-4BA1-47F2A9CB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57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6AF2D-FDA2-5D60-0BC3-5A33F2E4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BE5CE0-B65C-1318-B7E1-9678B3719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6E22D3-8CE4-A213-B736-83747D34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97CCB3-2A2D-0572-EE48-FF8BAD61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2123C3-AD24-AEE9-9BCC-A3E9A2FA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18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D2145-4D7D-A7AB-353C-0E89FF31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4967E-C66F-3E08-9562-DD29D5729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F63735-E8F5-9F86-512D-747E1CF6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97EBE9-5308-40AB-E57D-451B8060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C20D2A-0067-A3FE-7445-4CD01B9D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16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B7A0E-92C1-9600-F81D-A520436C8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B39795-B278-71F4-55C0-7DB044EB9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338ACC-06E6-66D2-38CE-E22B5E892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6B5AE8-7B92-0245-BEB0-684E2C08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E352B1-F00A-3D59-885C-BD7E222B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E1CEAA-3B14-6C98-C16E-7DBDA03D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09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DFF18-44AD-AB32-9397-47A3CC39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5B803D-8210-9B8F-9EE0-9757F44DD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9267AF-29FD-C919-1E92-CAA790E79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066218-57D8-C946-B87C-2B2B88E2B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CEDC8BF-FD0A-D3EB-AA1D-6FEDC17094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EA7AF75-0684-EF36-D781-110EDEC8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6E9819-9FDE-8A98-A4EC-8F35AA73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366F88-890C-7D33-8F26-1EDF4119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2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F214F-FABC-AE31-BFB0-01463E9C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487251-3257-CEEB-180D-DDBF872E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41EF51-6B4B-D670-F8B1-0DC2A184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049959-C646-E0F3-9168-2854CCFD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9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C76E93-45CA-ABA8-1ADE-D644DDE0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B97A0AE-F0D3-BA22-21B9-34685F08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CD678B-D068-1D00-0C0B-112F9671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246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4B2056-F8B8-55BB-BFE7-36FE205F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0DCD9D-18F0-78D6-A941-C78BA51DF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4ECFCB-79B1-C05E-47E2-561D85339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8FB985-619B-B4CF-9F05-4C93B1AA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0A3061-7DDB-AB14-649A-4134ED9AB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34AB8E-54B1-15C4-4A2B-7958F00FC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630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4C0CE-0500-59A8-A419-522B4E34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7E7421F-C1C4-C1DC-25BF-91E563806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E47FBC-2DD7-9782-BCA7-E3014A52A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9EB4BB-0336-0D8D-B066-1F381631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7B7E52-169C-849D-31D7-C78A8751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286BDF-082E-6E7B-1E18-F1C9FD0C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39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B1B40-366E-1F05-49DB-8A35376E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B8FFB3-6964-02BC-ACE1-944B7BB3D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0CAF8-8CAE-5B63-69E3-7C9C4693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CF41A5-5626-01F5-3A4E-4281305DD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5E6EBD-1A09-8522-EEC2-1F1B2C4E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89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49BBFD7-E98A-EAAF-C75A-2F97B4C39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BCE895-F9F8-9DF3-C556-27AAA0CF5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2A61B8-F5A3-3D76-1BA2-2CBCB6F4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9926FF-3A53-C223-650B-567DF26B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4D12DC-BDD9-1E55-9B90-7ADEE11F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16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48514-6E8B-CB40-39F1-E71328F9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D11385-73EB-357A-1ADB-771D1D31F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B016C0-9445-D302-B868-03BEBDFB7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6B868-2954-4DFF-B50B-EB4BBCF46F69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07C58C-D4CC-5D7A-FF31-8A4E395A5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6723E-031B-29E4-7103-5DA271EEC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34143-5072-4934-ADC6-909D282F0E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91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A66FB-4E0B-D2C1-1E3D-A8839376E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Автоматизированное тестирование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740912-C395-4730-CE2C-72387FABD5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7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91971-35F1-4265-6FDD-CF992731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Сценарий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0AA9FB-9809-3D9E-2859-BCFE96083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Авторизация пользователя в системе</a:t>
            </a:r>
          </a:p>
          <a:p>
            <a:pPr marL="0" indent="0">
              <a:buNone/>
            </a:pPr>
            <a:r>
              <a:rPr lang="ru-RU" b="1" dirty="0"/>
              <a:t>Описание: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Проверка возможности входа пользователя с использованием </a:t>
            </a:r>
            <a:r>
              <a:rPr lang="ru-RU" dirty="0" err="1"/>
              <a:t>email</a:t>
            </a:r>
            <a:r>
              <a:rPr lang="ru-RU" dirty="0"/>
              <a:t> и пароля, а также обработки ошибок при некорректных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54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86E45-5EBC-AA4B-741E-2A3CF3DDA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Тест-кейс 1 – верный логин и пароль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064DB2-F444-1782-3451-262565886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ID:</a:t>
            </a:r>
            <a:r>
              <a:rPr lang="ru-RU" dirty="0"/>
              <a:t> TC-LOGIN-01 </a:t>
            </a:r>
          </a:p>
          <a:p>
            <a:r>
              <a:rPr lang="ru-RU" b="1" dirty="0"/>
              <a:t>Предусловия:</a:t>
            </a:r>
            <a:br>
              <a:rPr lang="ru-RU" dirty="0"/>
            </a:br>
            <a:r>
              <a:rPr lang="ru-RU" dirty="0"/>
              <a:t>Пользователь зарегистрирован в системе</a:t>
            </a:r>
          </a:p>
          <a:p>
            <a:r>
              <a:rPr lang="ru-RU" b="1" dirty="0"/>
              <a:t>Шаги:</a:t>
            </a:r>
            <a:endParaRPr lang="ru-RU" dirty="0"/>
          </a:p>
          <a:p>
            <a:r>
              <a:rPr lang="ru-RU" dirty="0"/>
              <a:t>Открыть страницу входа </a:t>
            </a:r>
          </a:p>
          <a:p>
            <a:r>
              <a:rPr lang="ru-RU" dirty="0"/>
              <a:t>Ввести корректный </a:t>
            </a:r>
            <a:r>
              <a:rPr lang="ru-RU" dirty="0" err="1"/>
              <a:t>email</a:t>
            </a:r>
            <a:r>
              <a:rPr lang="ru-RU" dirty="0"/>
              <a:t> </a:t>
            </a:r>
          </a:p>
          <a:p>
            <a:r>
              <a:rPr lang="ru-RU" dirty="0"/>
              <a:t>Ввести корректный пароль </a:t>
            </a:r>
          </a:p>
          <a:p>
            <a:r>
              <a:rPr lang="ru-RU" dirty="0"/>
              <a:t>Нажать кнопку "Войти" </a:t>
            </a:r>
          </a:p>
          <a:p>
            <a:r>
              <a:rPr lang="ru-RU" b="1" dirty="0"/>
              <a:t>Ожидаемый результат:</a:t>
            </a:r>
            <a:br>
              <a:rPr lang="ru-RU" dirty="0"/>
            </a:br>
            <a:r>
              <a:rPr lang="ru-RU" dirty="0"/>
              <a:t>Пользователь успешно входит в систему и попадает в личный кабинет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326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EC74-3CC3-105E-1C8B-31B675C6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18B61-1797-CD9C-3D74-01FCA535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Тест-кейс 2 – неверный пароль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DC2E8A-6FEA-D7B6-04D1-E6D26FB1F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ID:</a:t>
            </a:r>
            <a:r>
              <a:rPr lang="ru-RU" dirty="0"/>
              <a:t> TC-LOGIN-02 </a:t>
            </a:r>
          </a:p>
          <a:p>
            <a:r>
              <a:rPr lang="ru-RU" b="1" dirty="0"/>
              <a:t>Предусловия:</a:t>
            </a:r>
            <a:br>
              <a:rPr lang="ru-RU" dirty="0"/>
            </a:br>
            <a:r>
              <a:rPr lang="ru-RU" dirty="0"/>
              <a:t>Пользователь зарегистрирован</a:t>
            </a:r>
          </a:p>
          <a:p>
            <a:r>
              <a:rPr lang="ru-RU" b="1" dirty="0"/>
              <a:t>Шаги:</a:t>
            </a:r>
            <a:endParaRPr lang="ru-RU" dirty="0"/>
          </a:p>
          <a:p>
            <a:r>
              <a:rPr lang="ru-RU" dirty="0"/>
              <a:t>Открыть страницу входа </a:t>
            </a:r>
          </a:p>
          <a:p>
            <a:r>
              <a:rPr lang="ru-RU" dirty="0"/>
              <a:t>Ввести корректный </a:t>
            </a:r>
            <a:r>
              <a:rPr lang="ru-RU" dirty="0" err="1"/>
              <a:t>email</a:t>
            </a:r>
            <a:r>
              <a:rPr lang="ru-RU" dirty="0"/>
              <a:t> </a:t>
            </a:r>
          </a:p>
          <a:p>
            <a:r>
              <a:rPr lang="ru-RU" dirty="0"/>
              <a:t>Ввести неверный пароль </a:t>
            </a:r>
          </a:p>
          <a:p>
            <a:r>
              <a:rPr lang="ru-RU" dirty="0"/>
              <a:t>Нажать кнопку "Войти" </a:t>
            </a:r>
          </a:p>
          <a:p>
            <a:r>
              <a:rPr lang="ru-RU" b="1" dirty="0"/>
              <a:t>Ожидаемый результат:</a:t>
            </a:r>
            <a:br>
              <a:rPr lang="ru-RU" dirty="0"/>
            </a:br>
            <a:r>
              <a:rPr lang="ru-RU" dirty="0"/>
              <a:t>Отображается сообщение об ошибке авторизации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49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82555-C57F-29A8-140C-CEF0BD80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B9ACF-4B01-0518-9525-422A79DB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Тест-кейс 3 – Пустые поля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9CFC31-D606-FCCA-8D7D-F0C2BB6F6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ID:</a:t>
            </a:r>
            <a:r>
              <a:rPr lang="ru-RU" dirty="0"/>
              <a:t> TC-LOGIN-03 </a:t>
            </a:r>
          </a:p>
          <a:p>
            <a:r>
              <a:rPr lang="ru-RU" b="1" dirty="0"/>
              <a:t>Предусловия:</a:t>
            </a:r>
            <a:br>
              <a:rPr lang="ru-RU" dirty="0"/>
            </a:br>
            <a:r>
              <a:rPr lang="ru-RU" dirty="0"/>
              <a:t>Страница входа открыта</a:t>
            </a:r>
          </a:p>
          <a:p>
            <a:r>
              <a:rPr lang="ru-RU" b="1" dirty="0"/>
              <a:t>Шаги:</a:t>
            </a:r>
            <a:endParaRPr lang="ru-RU" dirty="0"/>
          </a:p>
          <a:p>
            <a:r>
              <a:rPr lang="ru-RU" dirty="0"/>
              <a:t>Нажать кнопку "Войти", не вводя данные </a:t>
            </a:r>
          </a:p>
          <a:p>
            <a:r>
              <a:rPr lang="ru-RU" b="1" dirty="0"/>
              <a:t>Ожидаемый результат:</a:t>
            </a:r>
            <a:br>
              <a:rPr lang="ru-RU" dirty="0"/>
            </a:br>
            <a:r>
              <a:rPr lang="ru-RU" dirty="0"/>
              <a:t>Появляются сообщения о необходимости заполнить поля</a:t>
            </a:r>
          </a:p>
        </p:txBody>
      </p:sp>
    </p:spTree>
    <p:extLst>
      <p:ext uri="{BB962C8B-B14F-4D97-AF65-F5344CB8AC3E}">
        <p14:creationId xmlns:p14="http://schemas.microsoft.com/office/powerpoint/2010/main" val="63157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35B3653-E5CA-5942-39CE-232EC07D6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3298"/>
            <a:ext cx="10515600" cy="588366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TC-LOGIN-01 — Успешная авторизация</a:t>
            </a:r>
          </a:p>
          <a:p>
            <a:pPr marL="0" indent="0">
              <a:buNone/>
            </a:pPr>
            <a:r>
              <a:rPr lang="ru-RU" b="1" dirty="0"/>
              <a:t>Предусловия:</a:t>
            </a:r>
            <a:endParaRPr lang="ru-RU" dirty="0"/>
          </a:p>
          <a:p>
            <a:r>
              <a:rPr lang="ru-RU" dirty="0"/>
              <a:t>Создан пользователь через API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email</a:t>
            </a:r>
            <a:r>
              <a:rPr lang="ru-RU" dirty="0"/>
              <a:t>: autotest@example.com, </a:t>
            </a:r>
            <a:r>
              <a:rPr lang="ru-RU" dirty="0" err="1"/>
              <a:t>password</a:t>
            </a:r>
            <a:r>
              <a:rPr lang="ru-RU" dirty="0"/>
              <a:t>: Pass123!) </a:t>
            </a:r>
          </a:p>
          <a:p>
            <a:r>
              <a:rPr lang="ru-RU" dirty="0"/>
              <a:t>Браузер открыт, </a:t>
            </a:r>
            <a:r>
              <a:rPr lang="ru-RU" dirty="0" err="1"/>
              <a:t>cookies</a:t>
            </a:r>
            <a:r>
              <a:rPr lang="ru-RU" dirty="0"/>
              <a:t> очищены </a:t>
            </a:r>
          </a:p>
          <a:p>
            <a:pPr marL="0" indent="0">
              <a:buNone/>
            </a:pPr>
            <a:r>
              <a:rPr lang="ru-RU" b="1" dirty="0"/>
              <a:t>Шаги:</a:t>
            </a:r>
            <a:endParaRPr lang="ru-RU" dirty="0"/>
          </a:p>
          <a:p>
            <a:r>
              <a:rPr lang="ru-RU" dirty="0"/>
              <a:t>Перейти на /</a:t>
            </a:r>
            <a:r>
              <a:rPr lang="ru-RU" dirty="0" err="1"/>
              <a:t>login</a:t>
            </a:r>
            <a:r>
              <a:rPr lang="ru-RU" dirty="0"/>
              <a:t> </a:t>
            </a:r>
          </a:p>
          <a:p>
            <a:r>
              <a:rPr lang="ru-RU" dirty="0"/>
              <a:t>Ввести </a:t>
            </a:r>
            <a:r>
              <a:rPr lang="ru-RU" dirty="0" err="1"/>
              <a:t>email</a:t>
            </a:r>
            <a:r>
              <a:rPr lang="ru-RU" dirty="0"/>
              <a:t>: autotest@example.com </a:t>
            </a:r>
          </a:p>
          <a:p>
            <a:r>
              <a:rPr lang="ru-RU" dirty="0"/>
              <a:t>Ввести пароль: Pass123! </a:t>
            </a:r>
          </a:p>
          <a:p>
            <a:r>
              <a:rPr lang="ru-RU" dirty="0"/>
              <a:t>Нажать кнопку "</a:t>
            </a:r>
            <a:r>
              <a:rPr lang="ru-RU" dirty="0" err="1"/>
              <a:t>Sign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" </a:t>
            </a:r>
          </a:p>
          <a:p>
            <a:pPr marL="0" indent="0">
              <a:buNone/>
            </a:pPr>
            <a:r>
              <a:rPr lang="ru-RU" b="1" dirty="0"/>
              <a:t>Ожидаемый результат:</a:t>
            </a:r>
            <a:endParaRPr lang="ru-RU" dirty="0"/>
          </a:p>
          <a:p>
            <a:r>
              <a:rPr lang="ru-RU" dirty="0"/>
              <a:t>Произошел редирект на /</a:t>
            </a:r>
            <a:r>
              <a:rPr lang="ru-RU" dirty="0" err="1"/>
              <a:t>dashboard</a:t>
            </a:r>
            <a:r>
              <a:rPr lang="ru-RU" dirty="0"/>
              <a:t> </a:t>
            </a:r>
          </a:p>
          <a:p>
            <a:r>
              <a:rPr lang="ru-RU" dirty="0"/>
              <a:t>Отображается приветственное сообщение </a:t>
            </a:r>
          </a:p>
          <a:p>
            <a:r>
              <a:rPr lang="ru-RU" dirty="0"/>
              <a:t>Пользователь авторизован (есть активная сессия) </a:t>
            </a:r>
          </a:p>
          <a:p>
            <a:pPr marL="0" indent="0">
              <a:buNone/>
            </a:pPr>
            <a:r>
              <a:rPr lang="ru-RU" b="1" dirty="0"/>
              <a:t>Постусловия:</a:t>
            </a:r>
            <a:endParaRPr lang="ru-RU" dirty="0"/>
          </a:p>
          <a:p>
            <a:r>
              <a:rPr lang="ru-RU" dirty="0"/>
              <a:t>Выполнен </a:t>
            </a:r>
            <a:r>
              <a:rPr lang="ru-RU" dirty="0" err="1"/>
              <a:t>logout</a:t>
            </a:r>
            <a:r>
              <a:rPr lang="ru-RU" dirty="0"/>
              <a:t> через API </a:t>
            </a:r>
          </a:p>
          <a:p>
            <a:r>
              <a:rPr lang="ru-RU" dirty="0"/>
              <a:t>Сессия очищена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19295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227</Words>
  <Application>Microsoft Office PowerPoint</Application>
  <PresentationFormat>Широкоэкранный</PresentationFormat>
  <Paragraphs>45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Автоматизированное тестирование</vt:lpstr>
      <vt:lpstr>Сценарий</vt:lpstr>
      <vt:lpstr>Тест-кейс 1 – верный логин и пароль</vt:lpstr>
      <vt:lpstr>Тест-кейс 2 – неверный пароль</vt:lpstr>
      <vt:lpstr>Тест-кейс 3 – Пустые поля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Ekaterina V</dc:creator>
  <cp:lastModifiedBy>Ekaterina V</cp:lastModifiedBy>
  <cp:revision>1</cp:revision>
  <dcterms:created xsi:type="dcterms:W3CDTF">2026-04-21T06:36:51Z</dcterms:created>
  <dcterms:modified xsi:type="dcterms:W3CDTF">2026-04-21T07:12:06Z</dcterms:modified>
</cp:coreProperties>
</file>