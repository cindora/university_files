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65" autoAdjust="0"/>
    <p:restoredTop sz="94660"/>
  </p:normalViewPr>
  <p:slideViewPr>
    <p:cSldViewPr snapToGrid="0">
      <p:cViewPr varScale="1">
        <p:scale>
          <a:sx n="68" d="100"/>
          <a:sy n="68" d="100"/>
        </p:scale>
        <p:origin x="78" y="9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8EA3A2-C55C-17E1-1065-6296231983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DE35374-8A2E-44E3-470B-74C34A0F65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3E1E402-E996-ACC6-9676-E1EC096D49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9297DA-82A2-4923-847B-519EFFBF0682}" type="datetimeFigureOut">
              <a:rPr lang="ru-RU" smtClean="0"/>
              <a:t>10.03.2026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B328CC9-4057-AF15-8F83-DBD6DF5835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D2D8CE4-248A-324D-21CA-EF6A34E066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D9D520-E8AC-4024-A7D3-0E6DDEFF336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812673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839A7CE-9E3F-A402-FF48-991BA55F1E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E2603B8-BE75-04EB-61EA-1F2325C5EF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83F9156-50A8-C719-0464-FDA14842F1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9297DA-82A2-4923-847B-519EFFBF0682}" type="datetimeFigureOut">
              <a:rPr lang="ru-RU" smtClean="0"/>
              <a:t>10.03.2026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9560ACE-9679-6045-3557-2EEC05A9AC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449AD83-A40E-18F8-D3D5-D46BB94C68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D9D520-E8AC-4024-A7D3-0E6DDEFF336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04225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7DA2CF9-E6F7-1243-2032-D7FC0823B4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CB99089-06B7-46D3-0DB0-80648B1BEA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396C83D-0CE2-55A0-8AA4-6B0C4A576A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9297DA-82A2-4923-847B-519EFFBF0682}" type="datetimeFigureOut">
              <a:rPr lang="ru-RU" smtClean="0"/>
              <a:t>10.03.2026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D801571-36CE-56D0-78C8-318E6F3BDF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3739276-7D8F-5489-9031-D86AD0929A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D9D520-E8AC-4024-A7D3-0E6DDEFF336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75944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EC51F15-9BEF-EA8B-9B89-4595B33AB6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03C2B89-FA9F-2BF0-2C34-1957D70DA62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B6884A6-4565-E48B-14E4-75F2B92A6E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4D271AD-E7CC-6F19-132E-73D33F2B34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9297DA-82A2-4923-847B-519EFFBF0682}" type="datetimeFigureOut">
              <a:rPr lang="ru-RU" smtClean="0"/>
              <a:t>10.03.2026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BF4FC4F-20C2-1502-1006-08F8D481BC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F663938-CC87-417B-60E1-FA3321130F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D9D520-E8AC-4024-A7D3-0E6DDEFF336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135723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15F4C22-6E7A-6DAD-E58F-BBE9423DC4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A6E3C66-B740-99EE-F6F1-7D90160441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0272EE2-A974-4D70-2FF7-AA73E88DE3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F120E5A4-567C-CEEE-139E-3DC825F8FB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AFB1C6F2-D54D-F360-BF92-59DEC2B6CB2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2E35D633-BE2E-EE1F-1F0D-B2E811431C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9297DA-82A2-4923-847B-519EFFBF0682}" type="datetimeFigureOut">
              <a:rPr lang="ru-RU" smtClean="0"/>
              <a:t>10.03.2026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B7F98CDE-50F2-E731-82BE-A3AEDAD75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90167EBD-0E5A-D376-C516-19936B1F68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D9D520-E8AC-4024-A7D3-0E6DDEFF336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259876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AF2007E-B0B1-44D2-9B53-4E479F134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A6831F45-922C-BCDB-5447-E1F4D7E2F9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9297DA-82A2-4923-847B-519EFFBF0682}" type="datetimeFigureOut">
              <a:rPr lang="ru-RU" smtClean="0"/>
              <a:t>10.03.2026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07F8CB19-B7BF-1AC4-3A0F-76551DBA0A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A3AA9013-C9A5-8B04-6C84-9D78C30A4F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D9D520-E8AC-4024-A7D3-0E6DDEFF336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392054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39F5427B-EFF7-B435-33DD-F210D5C83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9297DA-82A2-4923-847B-519EFFBF0682}" type="datetimeFigureOut">
              <a:rPr lang="ru-RU" smtClean="0"/>
              <a:t>10.03.2026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1DD3D436-F9FC-CC3F-82AE-51EC9FAA5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170BD5C-F47C-B3A1-81D7-9EA689B374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D9D520-E8AC-4024-A7D3-0E6DDEFF336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53293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9574ED9-04F2-53BE-690E-833B86B94C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4631868-DC90-4BA4-52F1-AFA9577DCE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BC54D8A-562E-FEB9-C599-80618C5C9A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565EEF2-D72E-FFC2-6CA0-1BE1108E70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9297DA-82A2-4923-847B-519EFFBF0682}" type="datetimeFigureOut">
              <a:rPr lang="ru-RU" smtClean="0"/>
              <a:t>10.03.2026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7B3D2E3-9108-E9F8-175F-46CCFE5822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6198178-7682-EB40-2AA0-CAAB509084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D9D520-E8AC-4024-A7D3-0E6DDEFF336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847101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934B0B5-6550-55EE-336E-74BA6419E4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AF2A2D2C-543E-0750-427D-F7E5374A306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3D3ABEB-28C4-9DB0-F120-0EC0DD198F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58AD6CA-EA1B-CB11-D216-D3E341ADE7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9297DA-82A2-4923-847B-519EFFBF0682}" type="datetimeFigureOut">
              <a:rPr lang="ru-RU" smtClean="0"/>
              <a:t>10.03.2026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4B922B3-F999-0B84-E4DF-F24DE279FA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BB24E20-9C08-6896-D6F0-14A42B83AE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D9D520-E8AC-4024-A7D3-0E6DDEFF336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019880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3A9964E-DBE8-F9E0-CC87-9D8B7676A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F216D8D9-5BC6-A3BF-8F43-55C40B8ACC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27CF5DB-89C4-A6E4-9D77-3C73342C3B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9297DA-82A2-4923-847B-519EFFBF0682}" type="datetimeFigureOut">
              <a:rPr lang="ru-RU" smtClean="0"/>
              <a:t>10.03.2026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65D13C0-FEE6-8C5D-9DFA-38145E2512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623BD9F-FE3E-CE62-0D50-4A87D48B20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D9D520-E8AC-4024-A7D3-0E6DDEFF336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245414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40978756-9000-A325-0EF7-2075ED304E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7EB13459-AF4C-2F9F-F6FF-136AA3D554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F3E4FD9-0E1F-5613-53CD-7CF5202315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9297DA-82A2-4923-847B-519EFFBF0682}" type="datetimeFigureOut">
              <a:rPr lang="ru-RU" smtClean="0"/>
              <a:t>10.03.2026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1BE8369-3C9A-8343-8444-6B592068A6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EBA68AC-AB68-C1D8-7FC0-EDDFD4AE83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D9D520-E8AC-4024-A7D3-0E6DDEFF336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81803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B3F3730-3A29-B997-33D8-303F7DEA29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19529A8-56D9-5C24-2306-32B1733C5B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4FCFCA5-88C0-69B4-FBD8-29590DAAB3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9297DA-82A2-4923-847B-519EFFBF0682}" type="datetimeFigureOut">
              <a:rPr lang="ru-RU" smtClean="0"/>
              <a:t>10.03.2026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DB504D6-3D57-3972-D89A-22E6E29A70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47B2CD3-F033-6FCC-2BBC-624E9A9F41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D9D520-E8AC-4024-A7D3-0E6DDEFF336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641437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8480784-78A4-682C-7730-D01D30A13F1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Принципы тестирования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CCE24553-C940-7A08-2CB3-1CD92A02BE5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116511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D4AD201-CEC7-0E4A-8A52-B987D68645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2B6F462-F2AD-2A64-DA7C-9CC5EF172C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b="1" dirty="0"/>
              <a:t>1. Тестирование показывает наличие дефектов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Тестирование позволяет </a:t>
            </a:r>
            <a:r>
              <a:rPr lang="ru-RU" b="1" dirty="0"/>
              <a:t>найти ошибки</a:t>
            </a:r>
            <a:r>
              <a:rPr lang="ru-RU" dirty="0"/>
              <a:t>, но не гарантирует их полного отсутствия.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993424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9AC23D8-53ED-0016-5A09-98BBE10F56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0E9AECE-1C42-B30D-DA60-E41DFDB617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b="1" dirty="0"/>
              <a:t>2</a:t>
            </a:r>
            <a:r>
              <a:rPr lang="ru-RU" dirty="0"/>
              <a:t>. </a:t>
            </a:r>
            <a:r>
              <a:rPr lang="ru-RU" b="1" dirty="0"/>
              <a:t>Исчерпывающее тестирование невозможно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Невозможно проверить </a:t>
            </a:r>
            <a:r>
              <a:rPr lang="ru-RU" b="1" dirty="0"/>
              <a:t>все возможные варианты работы программы</a:t>
            </a:r>
            <a:r>
              <a:rPr lang="ru-RU" dirty="0"/>
              <a:t>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348083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24975D-1046-10B2-FF2F-838C17F804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703440F-A23C-58A2-EB2A-439BD98506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1BDF57D-0B14-C5BE-0D79-8B02D602BB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3. </a:t>
            </a:r>
            <a:r>
              <a:rPr lang="ru-RU" b="1" dirty="0"/>
              <a:t>Раннее тестирование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Чем раньше начинается тестирование, тем дешевле исправлять ошибки.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211548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7B4547-67C0-B4F4-3223-ABBCBD430B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D314515-91D9-904D-6A32-33DC260C22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513E02B-FD64-73C3-C82E-4B3D884492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b="1" dirty="0"/>
              <a:t>4. Скопление дефектов (принцип Парето)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Большинство ошибок находится </a:t>
            </a:r>
            <a:r>
              <a:rPr lang="ru-RU" b="1" dirty="0"/>
              <a:t>в небольшом количестве модулей</a:t>
            </a:r>
            <a:r>
              <a:rPr lang="ru-RU" dirty="0"/>
              <a:t>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258563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788DA8-6C17-5E73-0602-4F56281F15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DAFAD9C-111D-2304-0C8C-FDFCE35722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45C5615-CA0F-CBBA-D184-EFF98AB101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b="1" dirty="0"/>
              <a:t>5. Парадокс пестицида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Если использовать </a:t>
            </a:r>
            <a:r>
              <a:rPr lang="ru-RU" b="1" dirty="0"/>
              <a:t>одни и те же тесты</a:t>
            </a:r>
            <a:r>
              <a:rPr lang="ru-RU" dirty="0"/>
              <a:t>, они перестают находить новые ошибки.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662377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9990A5-0998-BAF3-ECD3-510E3B1707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572D43-C62F-2D95-02CB-815E3AD8A7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DE93C8A-31F4-F724-54AC-F80B4DBDDE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b="1" dirty="0"/>
              <a:t>6. Тестирование зависит от контекста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Методы тестирования зависят от типа программы.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875360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BCE0F9-69AA-65E3-78F1-B95823183C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3AC9D37-0687-BAA8-568B-E47EECCDF0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753E356-C21A-4748-A206-DDABF012AF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b="1" dirty="0"/>
              <a:t>7. Заблуждение об отсутствии ошибок</a:t>
            </a:r>
          </a:p>
          <a:p>
            <a:pPr marL="0" indent="0">
              <a:buNone/>
            </a:pPr>
            <a:endParaRPr lang="ru-RU"/>
          </a:p>
          <a:p>
            <a:pPr marL="0" indent="0">
              <a:buNone/>
            </a:pPr>
            <a:r>
              <a:rPr lang="ru-RU"/>
              <a:t>Даже </a:t>
            </a:r>
            <a:r>
              <a:rPr lang="ru-RU" dirty="0"/>
              <a:t>если ошибок нет, программа может быть </a:t>
            </a:r>
            <a:r>
              <a:rPr lang="ru-RU" b="1" dirty="0"/>
              <a:t>неудобной или бесполезной</a:t>
            </a:r>
            <a:r>
              <a:rPr lang="ru-RU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57212668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112</Words>
  <Application>Microsoft Office PowerPoint</Application>
  <PresentationFormat>Широкоэкранный</PresentationFormat>
  <Paragraphs>22</Paragraphs>
  <Slides>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Тема Office</vt:lpstr>
      <vt:lpstr>Принципы тестирования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Ekaterina V</dc:creator>
  <cp:lastModifiedBy>Ekaterina V</cp:lastModifiedBy>
  <cp:revision>1</cp:revision>
  <dcterms:created xsi:type="dcterms:W3CDTF">2026-03-10T08:35:02Z</dcterms:created>
  <dcterms:modified xsi:type="dcterms:W3CDTF">2026-03-10T08:45:04Z</dcterms:modified>
</cp:coreProperties>
</file>