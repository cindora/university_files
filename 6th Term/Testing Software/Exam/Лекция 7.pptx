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3" autoAdjust="0"/>
    <p:restoredTop sz="94660"/>
  </p:normalViewPr>
  <p:slideViewPr>
    <p:cSldViewPr snapToGrid="0">
      <p:cViewPr varScale="1">
        <p:scale>
          <a:sx n="56" d="100"/>
          <a:sy n="56" d="100"/>
        </p:scale>
        <p:origin x="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D9D3E-8684-A2D5-2B24-493D1FD7D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097539-A869-1E3B-DF54-5C6C6BB03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0E7C27-9587-5C68-F74F-EE93E059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5EC3A8-51CB-37B8-D50B-B7924504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DD8C97-A7A9-5625-A6F6-2FA83468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228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0AC1B-D777-7026-B350-027897CF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F775C2-F91E-FCA3-483D-C08428030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BE4B7-638D-D6E7-A98F-41F466E77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32BA04-4CD8-FFEA-E89E-80115D002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7AD987-ADEA-A331-D868-999ABB52E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2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054C7-26B2-7402-F0BF-EE0434D8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BFC7F4-8DCC-136B-7EE0-AE3CE4466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BBCA1D-A85B-ACDD-609A-81D52BC1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C320E4-EF9E-CCDB-6195-FA8204D0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5EB8E6-5C57-7C7C-4259-43DEFA95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872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BA18E-C246-EA80-E0C5-91F9F4E28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4C56D-5D53-2C74-3A39-E28F65FCB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5E1507-08C6-4F9D-C7CB-650A23D29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F7AF8C-F967-8B75-BB68-8779DF64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816466-2DE9-D2F9-0157-1FA058AD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9A6C77-21E1-5869-F8F5-808C242D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33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851FB-191C-FEB6-0E63-883B52013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D8475A-DD7F-F8F9-3FC6-D9F0D6840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948320-C924-A2A2-708B-93A770598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B00391-1E8D-AE3C-4D9C-888685D49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F122DD-5650-27CC-BFDB-456331856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1EB4C3-7ACA-1071-60E6-3B324C43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B6EF23-6B31-D4E8-2CCE-1EA6971D0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4D5255-C767-BEF8-E1E6-C65F8E418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26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BF556-535B-17FF-9800-50F5E56F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3007C5C-5F27-9396-4B1A-B156AB14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38C20F-41E1-A0DC-489F-0561D304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0ECC7D-8F01-74C6-D675-3FFF75F7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78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4B6BD3-4C63-0AFE-B2BA-F5708A6C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BA2F07-AD9B-E00A-639C-1EFE98BD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E1055B-51DB-F725-8B2D-C98659E3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55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98067-4CDD-C6EA-1769-1026691A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56FF34-810B-A219-1FA1-FD787C7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6A63FD-043B-A675-9FD4-FB903C3B4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6AA495-1ED9-FEE6-D6AF-DCA96C67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9F8866-7925-C703-1D73-F1322205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3280BD-4416-9938-C83B-A92FCA74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6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6A6CB-AD3F-0DA6-B0AF-8C0AE5E77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F44EFC-32E2-A970-CD6C-8483B2688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ACE68C-2694-4647-69CC-CF1FC3BE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36A413-E482-34A4-89AA-EE11ABCB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2A3C26-6380-8409-66EC-63C3FE8D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407584-5212-27A1-B688-19E85E7C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1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E9DEB-8B7A-3414-F001-44BEA56D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45F307-9D80-7CA7-96E6-B55FEBABB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79CB55-5E82-744B-3283-E92A23D29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5BBE6E-3999-51E2-C8A7-608F3F0E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1AD3B9-B1DB-DF9B-93E6-A42B7AEF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00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406076E-899C-FCAC-A69C-1A6EBC162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1E5C90-2562-6559-8E6B-50CEF377A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F360E5-5775-CF84-7EDE-B314C7DC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D62718-DC36-D1F6-A61E-8C50BFE3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5BCC0-3522-2C74-D8BC-05834450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286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706DD-D7C7-DBE8-5957-15F5CFD9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610175-A79B-8F2D-D4D0-94298BD35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1DAA01-74D7-C340-ACEC-8B61F4962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C03B1-6C1C-4B6D-A886-A7953C7F533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C28BB7-14EA-50F0-F47C-12CA2C17B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BA1BD1-DB91-7D61-00C8-C688292B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2A321-A352-499E-B89F-F2FF6BD2D7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51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31038-E27F-69BB-2A52-468065E073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</a:t>
            </a:r>
            <a:r>
              <a:rPr lang="ru-RU" dirty="0"/>
              <a:t>тестирование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49EB21-4174-EF03-F236-4C7FD89086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84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AFC7F1-6737-C3D9-8D91-150E57577FB8}"/>
              </a:ext>
            </a:extLst>
          </p:cNvPr>
          <p:cNvSpPr txBox="1"/>
          <p:nvPr/>
        </p:nvSpPr>
        <p:spPr>
          <a:xfrm>
            <a:off x="1048109" y="457530"/>
            <a:ext cx="6098874" cy="640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divide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 / b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Обычные числа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test_normal_division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divide(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==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divide(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==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Тест обычного деления пройден"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Деление на ноль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test_divide_by_zero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divide(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Ошибка: исключение не выброшено!"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except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ZeroDivisionError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Тест на деление на ноль пройден"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#Граничные значения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test_edge_cases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result = divide(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(result -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0.0001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&lt;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0.00001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Отрицательные числа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divide(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==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-5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Ноль в числителе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divide(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==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Тест граничных значений пройден"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1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02EBD-2767-9905-32B6-FE13DBDF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/>
              <a:t>unit </a:t>
            </a:r>
            <a:r>
              <a:rPr lang="ru-RU" dirty="0"/>
              <a:t>теста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6C4CCF5-6F79-C793-170B-9E795C862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857" y="1930235"/>
            <a:ext cx="7900099" cy="386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7EC6B-6D30-FCD1-4D6B-DBE7E42A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Заголовки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04C836-202C-155A-97F0-263C048A0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[</a:t>
            </a:r>
            <a:r>
              <a:rPr lang="ru-RU" dirty="0" err="1"/>
              <a:t>ТестируемыйМетод</a:t>
            </a:r>
            <a:r>
              <a:rPr lang="ru-RU" dirty="0"/>
              <a:t>]_[Сценарий]_[</a:t>
            </a:r>
            <a:r>
              <a:rPr lang="ru-RU" dirty="0" err="1"/>
              <a:t>ОжидаемыйРезультат</a:t>
            </a:r>
            <a:r>
              <a:rPr lang="ru-RU" dirty="0"/>
              <a:t>]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Sum_TwoNumbers_ReturnsSum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 err="1"/>
              <a:t>ТестируемыйМетод</a:t>
            </a:r>
            <a:r>
              <a:rPr lang="ru-RU" dirty="0"/>
              <a:t> - имя тестируемого метода;</a:t>
            </a:r>
          </a:p>
          <a:p>
            <a:r>
              <a:rPr lang="ru-RU" dirty="0"/>
              <a:t>Сценарий - состояние системы, при котором тестируется метод;</a:t>
            </a:r>
          </a:p>
          <a:p>
            <a:r>
              <a:rPr lang="ru-RU" dirty="0" err="1"/>
              <a:t>ОжидаемыйРезультат</a:t>
            </a:r>
            <a:r>
              <a:rPr lang="ru-RU" dirty="0"/>
              <a:t> - что ожидается от тестируемого метода.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934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80551-17E4-EA85-8940-DDB8FE34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тестируем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85580D5-53E1-C245-62D1-645275088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633" y="1878851"/>
            <a:ext cx="8754733" cy="4227829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323652DD-6BE3-96C1-D0D5-F7F5503D7BD7}"/>
              </a:ext>
            </a:extLst>
          </p:cNvPr>
          <p:cNvSpPr/>
          <p:nvPr/>
        </p:nvSpPr>
        <p:spPr>
          <a:xfrm>
            <a:off x="6314534" y="2773392"/>
            <a:ext cx="931654" cy="8497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8D09E5AE-6CF5-4B8E-BDAB-002206F10EC2}"/>
              </a:ext>
            </a:extLst>
          </p:cNvPr>
          <p:cNvSpPr/>
          <p:nvPr/>
        </p:nvSpPr>
        <p:spPr>
          <a:xfrm>
            <a:off x="2861093" y="4892615"/>
            <a:ext cx="931654" cy="84970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D1FD609-C5F3-5F2A-01A1-F994F363E619}"/>
              </a:ext>
            </a:extLst>
          </p:cNvPr>
          <p:cNvSpPr/>
          <p:nvPr/>
        </p:nvSpPr>
        <p:spPr>
          <a:xfrm>
            <a:off x="2983838" y="2773392"/>
            <a:ext cx="931654" cy="8497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0D9EA306-FAD9-5236-91D9-AB2960F7DFF4}"/>
              </a:ext>
            </a:extLst>
          </p:cNvPr>
          <p:cNvSpPr/>
          <p:nvPr/>
        </p:nvSpPr>
        <p:spPr>
          <a:xfrm>
            <a:off x="6314534" y="4798980"/>
            <a:ext cx="931654" cy="8497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87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05979-7834-8A93-98E5-A6D3CC85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атрибутов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45080E-DBB7-1089-12B8-5DDD3D724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2A30AF-9785-B1D2-9DF0-B1CAAF681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81" y="1825625"/>
            <a:ext cx="9009544" cy="368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629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Широкоэкранный</PresentationFormat>
  <Paragraphs>42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Тема Office</vt:lpstr>
      <vt:lpstr>Unit тестирование</vt:lpstr>
      <vt:lpstr>Презентация PowerPoint</vt:lpstr>
      <vt:lpstr>Структура unit теста</vt:lpstr>
      <vt:lpstr>Заголовки</vt:lpstr>
      <vt:lpstr>Что тестируем</vt:lpstr>
      <vt:lpstr>Выбор атрибутов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Ekaterina V</dc:creator>
  <cp:lastModifiedBy>Ekaterina V</cp:lastModifiedBy>
  <cp:revision>1</cp:revision>
  <dcterms:created xsi:type="dcterms:W3CDTF">2026-05-19T10:01:54Z</dcterms:created>
  <dcterms:modified xsi:type="dcterms:W3CDTF">2026-05-19T10:01:58Z</dcterms:modified>
</cp:coreProperties>
</file>